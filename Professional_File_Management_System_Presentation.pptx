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Professional File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971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00A096"/>
                </a:solidFill>
              </a:defRPr>
            </a:pPr>
            <a:r>
              <a:t>Operating System Project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Java-based GUI application for file and folder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212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Presented by: Diksha Suryawanshi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A GUI-based File Management System developed using Java.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Demonstrates practical Operating System concepts related to files, folders and storage.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Provides a simple interface to perform common file operations.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Designed to make file-system concepts easier to understand through an interactive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Understand file and directory management concepts.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Implement file operations using Java.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Provide an interactive and user-friendly GUI.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Demonstrate file attributes, file access and storage management.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Connect theoretical OS concepts with a working software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F262B"/>
                </a:solidFill>
              </a:defRPr>
            </a:pPr>
            <a:r>
              <a:t>☕ Java</a:t>
            </a:r>
          </a:p>
          <a:p>
            <a:pPr>
              <a:spcAft>
                <a:spcPts val="1200"/>
              </a:spcAft>
              <a:defRPr sz="2300">
                <a:solidFill>
                  <a:srgbClr val="1F262B"/>
                </a:solidFill>
              </a:defRPr>
            </a:pPr>
            <a:r>
              <a:t>🖥️ Java Swing / GUI</a:t>
            </a:r>
          </a:p>
          <a:p>
            <a:pPr>
              <a:spcAft>
                <a:spcPts val="1200"/>
              </a:spcAft>
              <a:defRPr sz="2300">
                <a:solidFill>
                  <a:srgbClr val="1F262B"/>
                </a:solidFill>
              </a:defRPr>
            </a:pPr>
            <a:r>
              <a:t>📁 Java File Handling</a:t>
            </a:r>
          </a:p>
          <a:p>
            <a:pPr>
              <a:spcAft>
                <a:spcPts val="1200"/>
              </a:spcAft>
              <a:defRPr sz="2300">
                <a:solidFill>
                  <a:srgbClr val="1F262B"/>
                </a:solidFill>
              </a:defRPr>
            </a:pPr>
            <a:r>
              <a:t>🧩 Object-Oriented Programming</a:t>
            </a:r>
          </a:p>
          <a:p>
            <a:pPr>
              <a:spcAft>
                <a:spcPts val="1200"/>
              </a:spcAft>
              <a:defRPr sz="2300">
                <a:solidFill>
                  <a:srgbClr val="1F262B"/>
                </a:solidFill>
              </a:defRPr>
            </a:pPr>
            <a:r>
              <a:t>⚙️ Operating 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🔐 Login System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📊 Dashboard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📁 File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📂 Folder Management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⚙️ File Operations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🔎 Search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📋 File Details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🗑️ Recycle 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File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Open and Close File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Read and Write File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Start File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Copy and Move File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Truncate File</a:t>
            </a:r>
          </a:p>
          <a:p>
            <a:pPr>
              <a:spcAft>
                <a:spcPts val="1200"/>
              </a:spcAft>
              <a:defRPr sz="2100">
                <a:solidFill>
                  <a:srgbClr val="1F262B"/>
                </a:solidFill>
              </a:defRPr>
            </a:pPr>
            <a:r>
              <a:t>Set File Attribute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Dashboard</a:t>
            </a:r>
          </a:p>
        </p:txBody>
      </p:sp>
      <p:pic>
        <p:nvPicPr>
          <p:cNvPr id="4" name="Picture 3" descr="img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File Operations Interface</a:t>
            </a:r>
          </a:p>
        </p:txBody>
      </p:sp>
      <p:pic>
        <p:nvPicPr>
          <p:cNvPr id="4" name="Picture 3" descr="img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Search &amp; File Details</a:t>
            </a:r>
          </a:p>
        </p:txBody>
      </p:sp>
      <p:pic>
        <p:nvPicPr>
          <p:cNvPr id="4" name="Picture 3" descr="img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49240" cy="4572000"/>
          </a:xfrm>
          <a:prstGeom prst="rect">
            <a:avLst/>
          </a:prstGeom>
        </p:spPr>
      </p:pic>
      <p:pic>
        <p:nvPicPr>
          <p:cNvPr id="5" name="Picture 4" descr="img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62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The project provides a practical demonstration of OS file-management concepts.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It combines Java GUI development with file and folder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The system improves understanding of how files, directories and storage operations can be managed.</a:t>
            </a:r>
          </a:p>
          <a:p>
            <a:pPr>
              <a:spcAft>
                <a:spcPts val="1200"/>
              </a:spcAft>
              <a:defRPr sz="2000">
                <a:solidFill>
                  <a:srgbClr val="1F262B"/>
                </a:solidFill>
              </a:defRPr>
            </a:pPr>
            <a:r>
              <a:t>Future scope: database integration, role-based access, improved security and advanced file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15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A096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Diksha Suryawanshi</dc:creator>
  <cp:keywords/>
  <dc:description>generated using python-pptx</dc:description>
  <cp:lastModifiedBy>diksha suryawanshi</cp:lastModifiedBy>
  <cp:revision>1</cp:revision>
  <dcterms:created xsi:type="dcterms:W3CDTF">2013-01-27T09:14:16Z</dcterms:created>
  <dcterms:modified xsi:type="dcterms:W3CDTF">2026-09-12T08:20:55Z</dcterms:modified>
  <cp:category/>
</cp:coreProperties>
</file>